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IDENTITY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TEAMING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 |  Azure  |  GCP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0"/>
          </a:xfrm>
          <a:prstGeom prst="line">
            <a:avLst/>
          </a:prstGeom>
          <a:noFill/>
          <a:ln w="12700">
            <a:solidFill>
              <a:srgbClr val="2A2E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Techniques  •  Tooling  •  Kill Chains  •  OPSEC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Red Team Briefing  •  2025/2026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SURFACE: ENTRA ID &amp; GCP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new perimeter — and the primary attack vector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 ID / AZURE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 (Dynamic), Service Principals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Registrations, Managed Identities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flows (AuthCode, DeviceCode, OBO)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— TPM-bound, SSO across all M365 apps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Access, PIM, Token Protection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Entra Connect, AD CS, Cloud Kerberos Trust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RBAC: Subscriptions → MgmtGroups → Resources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 (long-lived keys = gold)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Bindings → Policies → Conditions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→ Folders → Projects hierarchy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metadata endpoint (169.254.169.254)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Domain-Wide Delegation → Workspace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Functions, Cloud SQL, Secret Manager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 IAM Conditions (new privesc surface)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OPSEC: Graph API calls → sign-in logs (interactive + non-interactive)  |  GCP: Cloud Audit Logs for all API calls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ACCESS VECTORS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411480" cy="4114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109728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TECHNIQUE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MECHANISM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STEALTH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TOOL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Device Code Phishing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User authenticates attacker's device 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GraphRunner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PRT Phishing (Mollema)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Upgrade to full PRT + deploy WHfB keys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ROADtools/roadtx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AiTM / Evilginx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Proxy session hijack, capture cookies post-MFA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Evilginx → ROADtools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ConsentFix (2025)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OAuth authcode via first-party app trust, no MFA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Custom / Phishing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Illicit Consent Grant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Rogue multi-tenant app harvests delegated perms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MED-HIGH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365Stealer / Custom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GCP: Leaked SA Key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Key file in repo/bucket/SSRF to metadata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gcloud CLI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109728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TECHNIQUE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MECHANISM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STEALTH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TOOL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Device Code Phishing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User authenticates attacker's device 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GraphRunner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PRT Phishing (Mollema)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Upgrade to full PRT + deploy WHfB keys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ROADtools/roadtx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AiTM / Evilginx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Proxy session hijack, capture cookies post-MFA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Evilginx → ROADtools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ConsentFix (2025)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OAuth authcode via first-party app trust, no MFA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Custom / Phishing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Illicit Consent Grant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Rogue multi-tenant app harvests delegated perms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MED-HIGH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365Stealer / Custom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GCP: Leaked SA Key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3A7"/>
                          </a:solidFill>
                        </a:rPr>
                        <a:t>Key file in repo/bucket/SSRF to metadata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</a:rPr>
                        <a:t>gcloud CLI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4"/>
          <p:cNvSpPr/>
          <p:nvPr/>
        </p:nvSpPr>
        <p:spPr>
          <a:xfrm>
            <a:off x="73152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TRIFORCE (TrustedSec): </a:t>
            </a:r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Evilginx captures session → Bobber auto-feeds to ROADtools roadtx → TeamFiltration exfiltrates M365 data. End-to-end automated initial access chain.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1" name="Text 6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Stealth: HIGH = blends with legitimate auth flow  |  MEDIUM = distinct log signatures  |  LOW = easily detected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 ID KILL CHAIN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097280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09728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" cy="0"/>
          </a:xfrm>
          <a:prstGeom prst="line">
            <a:avLst/>
          </a:prstGeom>
          <a:noFill/>
          <a:ln w="6350">
            <a:solidFill>
              <a:srgbClr val="2A2E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828800"/>
            <a:ext cx="950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AADInternals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ReconAsOutsider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adidnsdump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MicroBurst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27048" y="1005840"/>
            <a:ext cx="1097280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27048" y="1005840"/>
            <a:ext cx="10972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1527048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64208" y="1737360"/>
            <a:ext cx="822960" cy="0"/>
          </a:xfrm>
          <a:prstGeom prst="line">
            <a:avLst/>
          </a:prstGeom>
          <a:noFill/>
          <a:ln w="6350">
            <a:solidFill>
              <a:srgbClr val="2A2E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828800"/>
            <a:ext cx="950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Evilginx/AiTM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Code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Phishing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Grant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2432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34056" y="1005840"/>
            <a:ext cx="1097280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34056" y="1005840"/>
            <a:ext cx="109728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2734056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71216" y="1737360"/>
            <a:ext cx="822960" cy="0"/>
          </a:xfrm>
          <a:prstGeom prst="line">
            <a:avLst/>
          </a:prstGeom>
          <a:noFill/>
          <a:ln w="6350">
            <a:solidFill>
              <a:srgbClr val="2A2E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1828800"/>
            <a:ext cx="950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ROADrecon dump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GraphRunner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AzureHound →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BloodHound 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31336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41064" y="1005840"/>
            <a:ext cx="1097280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41064" y="1005840"/>
            <a:ext cx="10972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3941064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PRIVESC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78224" y="1737360"/>
            <a:ext cx="822960" cy="0"/>
          </a:xfrm>
          <a:prstGeom prst="line">
            <a:avLst/>
          </a:prstGeom>
          <a:noFill/>
          <a:ln w="6350">
            <a:solidFill>
              <a:srgbClr val="2A2E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14216" y="1828800"/>
            <a:ext cx="950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cred add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Groups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→ PAW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Consent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38344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8072" y="1005840"/>
            <a:ext cx="1097280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48072" y="1005840"/>
            <a:ext cx="10972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5148072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85232" y="1737360"/>
            <a:ext cx="822960" cy="0"/>
          </a:xfrm>
          <a:prstGeom prst="line">
            <a:avLst/>
          </a:prstGeom>
          <a:noFill/>
          <a:ln w="6350">
            <a:solidFill>
              <a:srgbClr val="2A2E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21224" y="1828800"/>
            <a:ext cx="950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Pass-the-PRT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Kerb Trust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Connect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Abuse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5352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5080" y="1005840"/>
            <a:ext cx="1097280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1005840"/>
            <a:ext cx="109728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1737360"/>
            <a:ext cx="822960" cy="0"/>
          </a:xfrm>
          <a:prstGeom prst="line">
            <a:avLst/>
          </a:prstGeom>
          <a:noFill/>
          <a:ln w="6350">
            <a:solidFill>
              <a:srgbClr val="2A2E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1828800"/>
            <a:ext cx="950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SAML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IdP (OIDC)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Creds on MI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Backdoor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52360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62088" y="1005840"/>
            <a:ext cx="1097280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62088" y="1005840"/>
            <a:ext cx="10972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2" name="Text 40"/>
          <p:cNvSpPr/>
          <p:nvPr/>
        </p:nvSpPr>
        <p:spPr>
          <a:xfrm>
            <a:off x="7562088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EXFIL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99248" y="1737360"/>
            <a:ext cx="822960" cy="0"/>
          </a:xfrm>
          <a:prstGeom prst="line">
            <a:avLst/>
          </a:prstGeom>
          <a:noFill/>
          <a:ln w="6350">
            <a:solidFill>
              <a:srgbClr val="2A2E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1828800"/>
            <a:ext cx="950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TeamFiltration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GraphRunner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Storage/Blobs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maps to MITRE ATT&amp;CK Cloud Matrix  •  All techniques generate distinct audit log signatures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RESEARCH: DIRK-JAN MOLLEMA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@_dirkjan  •  Outsider Security  •  ROADtools author  •  Microsoft MVP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9768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117"/>
                          </a:solidFill>
                        </a:rPr>
                        <a:t>RESEARCH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117"/>
                          </a:solidFill>
                        </a:rPr>
                        <a:t>IMPACT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117"/>
                          </a:solidFill>
                        </a:rPr>
                        <a:t>YEAR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3946"/>
                          </a:solidFill>
                        </a:rPr>
                        <a:t>Actor Tokens — Global Admin in Every Tenant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Undocumented S2S tokens + Azure AD Graph validation flaw → cross-tenant full compromise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AD CS via Intune Certificates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ESC1-equivalent over Intune cert connector. Hybrid domain compromise.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BYO Identity Provider for Persistence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External OIDC IdP → survives password reset, MFA re-reg, CA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Phishing for PRTs + WHfB Keys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Upgrade device code phish → full PRT + deploy phishing-resistant creds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Cloud Kerberos Trust → Domain Admin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Global Admin in Entra → Domain Admin on-prem via trust inversion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PRT SSO Abuse + Memory Extraction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PRT internals, TPM session keys, mimikatz integration, cookie forging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NTLM Relay to AD CS + PKINITtools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PetitPotam/PrinterBug → AD CS cert → TGT → NT hash → DCSync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PrivExchange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Any mailbox → Domain Admin via Exchange NTLM relay. Affected ~90% orgs.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2019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ROADtools (roadrecon/roadtx/roadlib)  •  krbrelayx  •  mitm6  •  PKINITtools  •  adidnsdump  •  adconnectdump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PRIVILEGE ESCALATION PATHS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 ID / AZURE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Credential Addition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credentials/update perm → add creds to high-priv SP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Group Abuse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Craft user attributes to match privileged group rules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139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→ PAW (Mandiant)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DeviceMgmtConfig.RW.All → deploy to PAW → PIM activate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478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Consent Grant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Directory.RW.All → AllPrincipals consent → tenant takeover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Admin PrivEsc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Assign creds to default O365 apps (by-design risk)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Token Abuse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S2S impersonation tokens (patched Sep 2025)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iam.serviceAccounts.setIamPolicy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Grant self tokenCreator on high-priv SA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0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deploymentmanager.create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Deploy as cloudservices SA (default Editor)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2139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cloudfunctions.create + actAs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Deploy function as privileged SA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37760" y="2478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compute.setMetadata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Inject startup scripts / SSH keys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TagBindings PrivEsc (2025)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tagUser + IAM Conditions → satisfy conditional bindings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Domain-Wide Delegation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 → impersonate Workspace users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Scanner: RhinoSecurityLabs/GCP-IAM-Privilege-Escalation  •  Azure: BloodHound CE hybrid paths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LATERAL MOVEMENT &amp; PERSISTENCE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6118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LATERAL MOVEMENT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Pass-the-PRT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PRT+session key → JWT cookie → browser SSO to all M365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Kerberos Trust (Mollema)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Admin → Domain Admin via trust inversion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Connect Sync Abuse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adconnectdump → sync account → on-prem password reset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Abuse (Mollema 2024)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Access Pass → passwordless persistence + hash recovery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Relay to AD CS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mitm6 → krbrelayx → AD CS cert → PKINITtools → DCSync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6118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Identity Provider (Mollema 2025)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OIDC IdP → survives pwd reset, MFA re-reg, CA changes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SAML / Federation Backdoor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domain with attacker IdP → forge any user token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Creds on Managed Identities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Attacker-controlled auth on normally MS-controlled resources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Backdoor / Hidden Consent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AllPrincipals consent + long-lived secrets on existing apps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WHfB Key Deployment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passwordless creds that satisfy phishing-resistant MFA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IdP is the most durable Entra persistence currently known — detection requires monitoring External Auth Methods config changes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TOOLING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55448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TOOL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PRIMARY USE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TARGET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11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OPSEC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ROADtools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Tenant enum, token exchange, PRT manipulation, device reg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Entra 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</a:rPr>
                        <a:t>MED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GraphRunner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Post-expl via MS Graph: enum, dump CAPs, exfil, pillage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Entra/M365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</a:rPr>
                        <a:t>MED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AzureHound + BloodHound 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Attack path collection + visualization (hybrid paths)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AD/Entra/Azure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AADInternals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Federation backdoors, sync abuse, PRT extraction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Entra 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TeamFiltration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Spray + exfiltrate: mail, Teams, OneDrive, SharePoint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Entra/M365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</a:rPr>
                        <a:t>MED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krbrelayx + mitm6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Kerberos relay via DHCPv6 DNS takeover → AD 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AD/Hybrid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4A261"/>
                          </a:solidFill>
                        </a:rPr>
                        <a:t>MED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PKINITtools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PKINIT cert→TGT→NT hash. Completes AD CS chain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AD/Kerberos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Stratus Red Team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Cloud adversary emulation (MITRE ATT&amp;CK mapped)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Multi-cloud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3946"/>
                          </a:solidFill>
                        </a:rPr>
                        <a:t>LOUD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GCP IAM Privesc Scanner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Enumerate + identify IAM privilege escalation paths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GCP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Evilginx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AiTM phishing proxy for session/token hijacking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3A7"/>
                          </a:solidFill>
                        </a:rPr>
                        <a:t>Any IdP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</a:rPr>
                        <a:t>VARIES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OPSEC: LOW = read-only enumeration  |  MED = distinct log patterns  |  HIGH = admin-level operations visible  |  LOUD = intentionally noisy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&amp; DEFENSE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 perspective — pair each attack with its detection surface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QUICK WINS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Device Code auth from unexpected IPs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new OAuth consent grants with high-priv scopes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 credential changes (new secrets/certs)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PIM activations → sensitive ops in same window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External Auth Method config changes (BYO IdP)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Alert on SA key creation for Editor/Owner SAs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Monitor IAM binding changes at project/org level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federation config changes in Entra audit logs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HARDENING CONTROLS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Protection in CA (PRT binding to device/TPM)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Consent Workflow (block rogue OAuth apps)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with MFA + time-bound role activation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Access Evaluation (near-real-time revoke)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unknown device platforms in Conditional Access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Org Policy to restrict SA key creation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VPC Service Controls for sensitive APIs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GCP: Workload Identity Federation (eliminate SA keys)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 sources: Entra Sign-in Logs (interactive + non-interactive + SP)  •  Entra Audit Logs  •  GCP Cloud Audit Logs  •  Sentinel / Chronicle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REFERENCES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777240"/>
            <a:ext cx="3931920" cy="37490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777240"/>
            <a:ext cx="39319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BLOGS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dirkjanm.io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PRT, Actor Tokens, Cloud Kerberos Trust, AD CS, BYO IdP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TrustedSec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Triforce of Initial Access (Evilginx+ROADtools+TeamFiltration)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1938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Mandiant/Google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Intune PrivEsc in Entra ID native environments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276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SpecterOps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BloodHound v8 OpenGraph, hybrid paths, GCP-Hound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615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ConsentFix OAuth phishing, GCP tag-based privesc (2025)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Semperis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Hidden Consent Grant → tenant takeover via Dir.RW.All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SlashID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Illicit consent-granting &amp; app backdooring in Entra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Security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GCP IAM Privilege Escalation (Part 1 &amp; 2)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Synacktiv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Azure AD introduction for red teamers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777240"/>
            <a:ext cx="3931920" cy="37490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777240"/>
            <a:ext cx="393192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 &amp; FRAMEWORKS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dirkjanm/ROADtools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Entra enum, token exchange, PRT manipulation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dafthack/GraphRunner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MS Graph post-exploitation toolset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37760" y="1938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SpecterOps/BloodHound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Attack path management (AD + Azure + OpenGraph)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37760" y="2276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DataDog/stratus-red-team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Cloud adversary emulation (ATT&amp;CK mapped)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37760" y="2615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dirkjanm/krbrelayx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Kerberos relay + unconstrained delegation abuse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93776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dirkjanm/PKINITtools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Cert → TGT → NT hash chain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3776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RhinoSec/GCP-IAM-PrivEsc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GCP IAM privesc scanner + exploits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3776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Cloud-Architekt/AzureAD-AD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Attack/defense mapping with MITRE TTPs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37760" y="3968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Flangvik/TeamFiltration</a:t>
            </a:r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Entra spray + M365 exfiltration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workshop: 9 modules  •  18 hands-on demos  •  Lab environments: Azure Free Tier + GCP Sandbox + BloodHound CE Docker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Identity Red Teaming: Entra ID, Azure &amp; GCP</dc:title>
  <dc:subject>PptxGenJS Presentation</dc:subject>
  <dc:creator>Red Team Workshop</dc:creator>
  <cp:lastModifiedBy>Red Team Workshop</cp:lastModifiedBy>
  <cp:revision>1</cp:revision>
  <dcterms:created xsi:type="dcterms:W3CDTF">2026-03-11T12:41:18Z</dcterms:created>
  <dcterms:modified xsi:type="dcterms:W3CDTF">2026-03-11T12:41:18Z</dcterms:modified>
</cp:coreProperties>
</file>